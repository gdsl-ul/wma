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B865-1953-4664-8DCE-89A0A3058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94FB8-B594-421C-AE05-12E859A1C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93FA5-5595-4BF9-9E3E-97F0D10F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97F9-9C53-44C7-8719-D209711D2331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69842-A3F3-4B13-86B1-118A279A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D31A4-9422-4125-8FE9-229D52EC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3EA84-F489-4E64-B9ED-E24463E1EB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D4262-BDD3-4C0B-B442-F64DCBE5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1CD23-2834-4DAB-B71E-32A4B2102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FE954-C737-4315-8883-E3D0FE3B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97F9-9C53-44C7-8719-D209711D2331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823A6-8000-47E8-86E8-7AFE1DF5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CDD0E-230C-4529-816A-7CB4553A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3EA84-F489-4E64-B9ED-E24463E1EB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64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3AF04-07A9-4C7E-B99A-019FD9E2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C5609-3854-4DFE-804E-C1702E266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06518-EEAB-4A8E-9C8D-6637A76C0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97F9-9C53-44C7-8719-D209711D2331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D7668-222B-4383-A663-5C4F32A89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E0ADF-EFD4-4F2B-BF72-812CF5056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3EA84-F489-4E64-B9ED-E24463E1EB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951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AFCB-92CD-4E03-948B-1A4A5252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714AE-76AC-4D7C-BBC6-65F4D96A2B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A1794-1D6E-48AD-81A7-5A33FBBDD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2B1C7-BCA7-4F51-B850-870C02A7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97F9-9C53-44C7-8719-D209711D2331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E52FE-8B68-427F-910C-8AD8007F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02008-A6E5-42BB-BFC8-6A0BFD2C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3EA84-F489-4E64-B9ED-E24463E1EB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92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548D2-7676-4969-B30F-BD9C40144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B871F-1E9A-4F61-9BC9-660B1F659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F5E5F-09CA-4588-ACD3-987FECA0F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10BDC4-3B10-4BE1-B68D-772595266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102C3-B961-48D6-B8F1-654A3B464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B7F9B6-71DF-4E6C-BD74-0E97696E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97F9-9C53-44C7-8719-D209711D2331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905C2-D36C-4CE6-8DF0-382DA8C98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30FE58-EB5F-422F-B645-CDEC935D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3EA84-F489-4E64-B9ED-E24463E1EB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931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7212-E91D-4AFF-9B22-F43CF86C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0A877-9DD2-4F93-AFA7-52ABD917E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97F9-9C53-44C7-8719-D209711D2331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889D6D-8F50-417D-8C5A-14DFEAB46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53EFD-47D4-4F47-BDB3-F8545A29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3EA84-F489-4E64-B9ED-E24463E1EB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05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497317-4171-4C29-B3DB-F3E2FE95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97F9-9C53-44C7-8719-D209711D2331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62821-170D-425B-9450-DCC370DA4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C7A1F-BDB1-4C4C-98A8-19D00840F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3EA84-F489-4E64-B9ED-E24463E1EB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81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E52D-F346-45FF-948C-1D80ADFDA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18B95-524C-4955-8243-D621F80C9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03383-138A-4A10-82DE-EABD68DAD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85899-3A50-49BB-AF3E-5D1F5A892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97F9-9C53-44C7-8719-D209711D2331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D7489-BB4A-4E35-96A5-DE242F647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EA210-2600-4253-9598-A271F1F4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3EA84-F489-4E64-B9ED-E24463E1EB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552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F41F-3B9A-4882-969F-73F78AC4C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6B0360-CB80-40A3-9F8B-F68A61AEA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0FDF8-49CD-4557-9376-0A7C8E1B8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2E6D2-F3C0-4144-900E-3924B7802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97F9-9C53-44C7-8719-D209711D2331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DDB85-0A87-4406-BF59-687F839F1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EBDA4-D5F6-4040-9F80-3F7544B7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3EA84-F489-4E64-B9ED-E24463E1EB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075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EB00B-FB95-409C-870E-C8E612B2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0281A-C8A8-4173-95B8-041AE87FC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23C61-3E2D-421B-A433-7C883F22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97F9-9C53-44C7-8719-D209711D2331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77A80-ED7B-4081-8571-70345218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1C0D1-1F19-4F4D-98E9-BFAF16C98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3EA84-F489-4E64-B9ED-E24463E1EB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533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BF094-CE68-4884-BB7C-D54EB8B6A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54C0A-6D4A-41F6-A303-595AEB3C3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C677A-D089-44D9-BF7D-DDC6D62F4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97F9-9C53-44C7-8719-D209711D2331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056BF-5027-4353-A7DE-84E3DE545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D6F7-CC10-4378-88F8-F48562BEE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3EA84-F489-4E64-B9ED-E24463E1EB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208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8D1344-2F15-480E-BAE5-8F402370E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4E720-0B54-42E9-A781-A9D1E537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16EC2-A8AE-4090-A595-872B80034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E97F9-9C53-44C7-8719-D209711D2331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CAE43-B43B-495D-9B51-6CE8DB5D1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5CCB6-C9D6-4408-AF64-F3D51DB94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3EA84-F489-4E64-B9ED-E24463E1EB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489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630BA3-6FBD-49D1-96E0-D668A12EF9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80" t="22516" r="26486" b="6163"/>
          <a:stretch/>
        </p:blipFill>
        <p:spPr>
          <a:xfrm>
            <a:off x="1374475" y="690112"/>
            <a:ext cx="9443049" cy="565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32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2C867F-16D9-4934-9D37-12A3E307E4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71" t="24403" r="46651" b="9560"/>
          <a:stretch/>
        </p:blipFill>
        <p:spPr>
          <a:xfrm>
            <a:off x="267419" y="0"/>
            <a:ext cx="5581291" cy="45288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7DCAF1-3701-4D94-A86D-1C593AE75C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70" t="20377" r="28538" b="10440"/>
          <a:stretch/>
        </p:blipFill>
        <p:spPr>
          <a:xfrm>
            <a:off x="4402347" y="2113470"/>
            <a:ext cx="7789653" cy="474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966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 description has been provided for this image">
            <a:extLst>
              <a:ext uri="{FF2B5EF4-FFF2-40B4-BE49-F238E27FC236}">
                <a16:creationId xmlns:a16="http://schemas.microsoft.com/office/drawing/2014/main" id="{C84D4226-ABA4-4EF5-B434-FCB86F409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63" y="3147745"/>
            <a:ext cx="6772275" cy="345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 description has been provided for this image">
            <a:extLst>
              <a:ext uri="{FF2B5EF4-FFF2-40B4-BE49-F238E27FC236}">
                <a16:creationId xmlns:a16="http://schemas.microsoft.com/office/drawing/2014/main" id="{77A40B19-75AA-4243-AB8F-72A757E87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63" y="252680"/>
            <a:ext cx="6638925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o description has been provided for this image">
            <a:extLst>
              <a:ext uri="{FF2B5EF4-FFF2-40B4-BE49-F238E27FC236}">
                <a16:creationId xmlns:a16="http://schemas.microsoft.com/office/drawing/2014/main" id="{4619AEC2-F195-47A9-B01F-056E1B2FC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117" y="1639019"/>
            <a:ext cx="4737880" cy="389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7302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2C66B0-E49A-4791-B9D0-912DBB0E0A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60" t="20754" r="25212" b="23396"/>
          <a:stretch/>
        </p:blipFill>
        <p:spPr>
          <a:xfrm>
            <a:off x="134002" y="500332"/>
            <a:ext cx="11952716" cy="550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29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AAAD376-9ADE-45AD-9BA1-6586CF77A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6943"/>
            <a:ext cx="12192000" cy="496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996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26C69B-BF11-4223-AA6E-F77047ED89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0" t="34969" r="25424" b="13585"/>
          <a:stretch/>
        </p:blipFill>
        <p:spPr>
          <a:xfrm>
            <a:off x="819506" y="1500996"/>
            <a:ext cx="10538608" cy="442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6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253F92-DC3B-441A-A15C-BA46CBCFBA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67" t="19121" r="26698" b="5786"/>
          <a:stretch/>
        </p:blipFill>
        <p:spPr>
          <a:xfrm>
            <a:off x="1413294" y="473846"/>
            <a:ext cx="9365412" cy="591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56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No description has been provided for this image">
            <a:extLst>
              <a:ext uri="{FF2B5EF4-FFF2-40B4-BE49-F238E27FC236}">
                <a16:creationId xmlns:a16="http://schemas.microsoft.com/office/drawing/2014/main" id="{FF4F4D74-1899-40E3-B35B-EB3C08720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3" y="331143"/>
            <a:ext cx="4974530" cy="381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No description has been provided for this image">
            <a:extLst>
              <a:ext uri="{FF2B5EF4-FFF2-40B4-BE49-F238E27FC236}">
                <a16:creationId xmlns:a16="http://schemas.microsoft.com/office/drawing/2014/main" id="{D0B01ECE-42C7-44A6-8AD2-549E7E65F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364" y="370352"/>
            <a:ext cx="6781210" cy="360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59B46B2-39DA-4AC3-A144-DCB368570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064" y="4144108"/>
            <a:ext cx="757237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886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No description has been provided for this image">
            <a:extLst>
              <a:ext uri="{FF2B5EF4-FFF2-40B4-BE49-F238E27FC236}">
                <a16:creationId xmlns:a16="http://schemas.microsoft.com/office/drawing/2014/main" id="{11EE268A-B044-426F-8675-141CFF3B8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400050"/>
            <a:ext cx="7734300" cy="605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9563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No description has been provided for this image">
            <a:extLst>
              <a:ext uri="{FF2B5EF4-FFF2-40B4-BE49-F238E27FC236}">
                <a16:creationId xmlns:a16="http://schemas.microsoft.com/office/drawing/2014/main" id="{D0535481-8178-474C-92FE-C0EF0BC30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21" y="1544628"/>
            <a:ext cx="11191357" cy="354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272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FDBEBC-CB26-4B4D-9DED-25C08B08F2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00" t="20502" r="27547" b="8554"/>
          <a:stretch/>
        </p:blipFill>
        <p:spPr>
          <a:xfrm>
            <a:off x="1350034" y="513178"/>
            <a:ext cx="9491932" cy="583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08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07CF61-8CB4-456A-8ADC-123CB5E421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19" t="15975" r="25849" b="5660"/>
          <a:stretch/>
        </p:blipFill>
        <p:spPr>
          <a:xfrm>
            <a:off x="1912189" y="741872"/>
            <a:ext cx="8367623" cy="537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81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11F258-E8D8-461F-9276-F6C6108E3D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99" t="19120" r="25708" b="5409"/>
          <a:stretch/>
        </p:blipFill>
        <p:spPr>
          <a:xfrm>
            <a:off x="1847491" y="841075"/>
            <a:ext cx="8497019" cy="517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22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467485-3DE8-409E-B059-DF087BF22D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62" t="15975" r="27407" b="16100"/>
          <a:stretch/>
        </p:blipFill>
        <p:spPr>
          <a:xfrm>
            <a:off x="1036607" y="488126"/>
            <a:ext cx="10118785" cy="588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05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329AC6-A3A6-40C7-99FA-C52AD8E302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21" t="21259" r="27476" b="8930"/>
          <a:stretch/>
        </p:blipFill>
        <p:spPr>
          <a:xfrm>
            <a:off x="1026542" y="311872"/>
            <a:ext cx="10446589" cy="623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784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F078DA-789C-46E2-8196-F8C7A85371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47" t="24025" r="27618" b="24403"/>
          <a:stretch/>
        </p:blipFill>
        <p:spPr>
          <a:xfrm>
            <a:off x="976222" y="1152309"/>
            <a:ext cx="10239555" cy="455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1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No description has been provided for this image">
            <a:extLst>
              <a:ext uri="{FF2B5EF4-FFF2-40B4-BE49-F238E27FC236}">
                <a16:creationId xmlns:a16="http://schemas.microsoft.com/office/drawing/2014/main" id="{BA7DA5EC-607F-4C5F-B991-8BDC07AD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0"/>
            <a:ext cx="95519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0897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FC0794-1347-4DE2-A29A-8440CD8A74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1" t="17861" r="26062" b="5912"/>
          <a:stretch/>
        </p:blipFill>
        <p:spPr>
          <a:xfrm>
            <a:off x="1109932" y="552089"/>
            <a:ext cx="9972136" cy="594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18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EB6B84-A7C5-47F2-B179-694905638B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39" t="22390" r="26840" b="5156"/>
          <a:stretch/>
        </p:blipFill>
        <p:spPr>
          <a:xfrm>
            <a:off x="1208417" y="388185"/>
            <a:ext cx="9775165" cy="597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234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4495EF-7E05-4018-8432-5ED817AF9D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57" t="22013" r="29246" b="10440"/>
          <a:stretch/>
        </p:blipFill>
        <p:spPr>
          <a:xfrm>
            <a:off x="1235014" y="367094"/>
            <a:ext cx="9721971" cy="582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91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AC6616-8620-44BE-A4F8-026816CA93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80" t="20629" r="27759" b="9937"/>
          <a:stretch/>
        </p:blipFill>
        <p:spPr>
          <a:xfrm>
            <a:off x="2093343" y="1048109"/>
            <a:ext cx="8005313" cy="476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26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F2D40A3A1C8642988A651B1ED39623" ma:contentTypeVersion="16" ma:contentTypeDescription="Create a new document." ma:contentTypeScope="" ma:versionID="4ce34b00d6c3aff9017019a844aaf3f3">
  <xsd:schema xmlns:xsd="http://www.w3.org/2001/XMLSchema" xmlns:xs="http://www.w3.org/2001/XMLSchema" xmlns:p="http://schemas.microsoft.com/office/2006/metadata/properties" xmlns:ns3="5acde16a-ba3e-47db-ada8-7cd7fdb7807b" xmlns:ns4="4d9e80ff-905f-4833-945e-5794c4d26dd9" targetNamespace="http://schemas.microsoft.com/office/2006/metadata/properties" ma:root="true" ma:fieldsID="e58f5e8b2bace791df80eb2757c3951d" ns3:_="" ns4:_="">
    <xsd:import namespace="5acde16a-ba3e-47db-ada8-7cd7fdb7807b"/>
    <xsd:import namespace="4d9e80ff-905f-4833-945e-5794c4d26dd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cde16a-ba3e-47db-ada8-7cd7fdb780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9e80ff-905f-4833-945e-5794c4d26dd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acde16a-ba3e-47db-ada8-7cd7fdb7807b" xsi:nil="true"/>
  </documentManagement>
</p:properties>
</file>

<file path=customXml/itemProps1.xml><?xml version="1.0" encoding="utf-8"?>
<ds:datastoreItem xmlns:ds="http://schemas.openxmlformats.org/officeDocument/2006/customXml" ds:itemID="{09E9E1EB-44A0-4601-BCCE-D5C3ECA009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cde16a-ba3e-47db-ada8-7cd7fdb7807b"/>
    <ds:schemaRef ds:uri="4d9e80ff-905f-4833-945e-5794c4d26d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F98966-C541-4E7E-AB27-28553FA177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6501A9-D565-4664-B851-F12D14FFB80B}">
  <ds:schemaRefs>
    <ds:schemaRef ds:uri="http://purl.org/dc/elements/1.1/"/>
    <ds:schemaRef ds:uri="http://schemas.openxmlformats.org/package/2006/metadata/core-properties"/>
    <ds:schemaRef ds:uri="5acde16a-ba3e-47db-ada8-7cd7fdb7807b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www.w3.org/XML/1998/namespace"/>
    <ds:schemaRef ds:uri="4d9e80ff-905f-4833-945e-5794c4d26dd9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Filomena, Gabriele</dc:creator>
  <cp:lastModifiedBy>Filomena, Gabriele</cp:lastModifiedBy>
  <cp:revision>5</cp:revision>
  <dcterms:created xsi:type="dcterms:W3CDTF">2024-04-24T08:29:57Z</dcterms:created>
  <dcterms:modified xsi:type="dcterms:W3CDTF">2024-04-24T09:10:40Z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0x010100EDF2D40A3A1C8642988A651B1ED39623</vt:lpwstr>
  </property>
</Properties>
</file>