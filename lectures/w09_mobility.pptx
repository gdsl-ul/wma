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57" r:id="rId5"/>
    <p:sldId id="437" r:id="rId6"/>
    <p:sldId id="445" r:id="rId7"/>
    <p:sldId id="447" r:id="rId8"/>
    <p:sldId id="448" r:id="rId9"/>
    <p:sldId id="391" r:id="rId10"/>
    <p:sldId id="440" r:id="rId11"/>
    <p:sldId id="439" r:id="rId12"/>
    <p:sldId id="443" r:id="rId13"/>
    <p:sldId id="451" r:id="rId14"/>
  </p:sldIdLst>
  <p:sldSz cx="17340263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Default Section" id="{26BAFA0B-07C8-4EE2-BF91-F7F05DBBE52E}">
          <p14:sldIdLst>
            <p14:sldId id="257"/>
            <p14:sldId id="437"/>
            <p14:sldId id="445"/>
            <p14:sldId id="447"/>
            <p14:sldId id="448"/>
            <p14:sldId id="391"/>
            <p14:sldId id="440"/>
            <p14:sldId id="439"/>
            <p14:sldId id="443"/>
            <p14:sldId id="451"/>
          </p14:sldIdLst>
        </p14:section>
      </p14:sectionLst>
    </p:ext>
    <p:ext uri="{EFAFB233-063F-42B5-8137-9DF3F51BA10A}">
      <p15:sldGuideLst xmlns:p15="http://schemas.microsoft.com/office/powerpoint/2012/main">
        <p15:guide id="1" pos="5462" userDrawn="1">
          <p15:clr>
            <a:srgbClr val="A4A3A4"/>
          </p15:clr>
        </p15:guide>
        <p15:guide id="2" orient="horz" pos="30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0D48C8-6A08-4F67-A332-D2A8EF1D9141}" v="25" dt="2026-04-13T11:44:37.730"/>
    <p1510:client id="{857F5BFE-C85C-46EC-8430-5C14504A832F}" v="48" dt="2026-04-13T08:47:47.41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43" autoAdjust="0"/>
    <p:restoredTop sz="70097" autoAdjust="0"/>
  </p:normalViewPr>
  <p:slideViewPr>
    <p:cSldViewPr snapToGrid="0" snapToObjects="1">
      <p:cViewPr varScale="1">
        <p:scale>
          <a:sx n="52" d="100"/>
          <a:sy n="52" d="100"/>
        </p:scale>
        <p:origin x="1308" y="90"/>
      </p:cViewPr>
      <p:guideLst>
        <p:guide pos="5462"/>
        <p:guide orient="horz" pos="30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omena, Gabriele" userId="237b0d7d-6741-478d-b529-08e8564676a7" providerId="ADAL" clId="{4CA93D4F-E664-4EE4-AB61-BE5CD329C960}"/>
    <pc:docChg chg="undo redo custSel addSld delSld modSld sldOrd modSection">
      <pc:chgData name="Filomena, Gabriele" userId="237b0d7d-6741-478d-b529-08e8564676a7" providerId="ADAL" clId="{4CA93D4F-E664-4EE4-AB61-BE5CD329C960}" dt="2026-04-13T11:46:57.548" v="226" actId="1076"/>
      <pc:docMkLst>
        <pc:docMk/>
      </pc:docMkLst>
      <pc:sldChg chg="modSp mod">
        <pc:chgData name="Filomena, Gabriele" userId="237b0d7d-6741-478d-b529-08e8564676a7" providerId="ADAL" clId="{4CA93D4F-E664-4EE4-AB61-BE5CD329C960}" dt="2026-04-13T11:43:27.631" v="192" actId="20577"/>
        <pc:sldMkLst>
          <pc:docMk/>
          <pc:sldMk cId="0" sldId="257"/>
        </pc:sldMkLst>
        <pc:spChg chg="mod">
          <ac:chgData name="Filomena, Gabriele" userId="237b0d7d-6741-478d-b529-08e8564676a7" providerId="ADAL" clId="{4CA93D4F-E664-4EE4-AB61-BE5CD329C960}" dt="2026-04-13T11:43:27.631" v="192" actId="20577"/>
          <ac:spMkLst>
            <pc:docMk/>
            <pc:sldMk cId="0" sldId="257"/>
            <ac:spMk id="7" creationId="{4CF31C27-D594-4C5E-A1CD-12AF80B566C0}"/>
          </ac:spMkLst>
        </pc:spChg>
      </pc:sldChg>
      <pc:sldChg chg="modSp add mod">
        <pc:chgData name="Filomena, Gabriele" userId="237b0d7d-6741-478d-b529-08e8564676a7" providerId="ADAL" clId="{4CA93D4F-E664-4EE4-AB61-BE5CD329C960}" dt="2026-04-13T11:14:36.854" v="91" actId="20577"/>
        <pc:sldMkLst>
          <pc:docMk/>
          <pc:sldMk cId="0" sldId="391"/>
        </pc:sldMkLst>
        <pc:spChg chg="mod">
          <ac:chgData name="Filomena, Gabriele" userId="237b0d7d-6741-478d-b529-08e8564676a7" providerId="ADAL" clId="{4CA93D4F-E664-4EE4-AB61-BE5CD329C960}" dt="2026-04-13T11:14:36.854" v="91" actId="20577"/>
          <ac:spMkLst>
            <pc:docMk/>
            <pc:sldMk cId="0" sldId="391"/>
            <ac:spMk id="2" creationId="{00000000-0000-0000-0000-000000000000}"/>
          </ac:spMkLst>
        </pc:spChg>
      </pc:sldChg>
      <pc:sldChg chg="modSp mod">
        <pc:chgData name="Filomena, Gabriele" userId="237b0d7d-6741-478d-b529-08e8564676a7" providerId="ADAL" clId="{4CA93D4F-E664-4EE4-AB61-BE5CD329C960}" dt="2026-04-13T10:54:40.264" v="14" actId="20577"/>
        <pc:sldMkLst>
          <pc:docMk/>
          <pc:sldMk cId="2807889340" sldId="437"/>
        </pc:sldMkLst>
        <pc:spChg chg="mod">
          <ac:chgData name="Filomena, Gabriele" userId="237b0d7d-6741-478d-b529-08e8564676a7" providerId="ADAL" clId="{4CA93D4F-E664-4EE4-AB61-BE5CD329C960}" dt="2026-04-13T10:54:40.264" v="14" actId="20577"/>
          <ac:spMkLst>
            <pc:docMk/>
            <pc:sldMk cId="2807889340" sldId="437"/>
            <ac:spMk id="7" creationId="{4CF31C27-D594-4C5E-A1CD-12AF80B566C0}"/>
          </ac:spMkLst>
        </pc:spChg>
      </pc:sldChg>
      <pc:sldChg chg="del">
        <pc:chgData name="Filomena, Gabriele" userId="237b0d7d-6741-478d-b529-08e8564676a7" providerId="ADAL" clId="{4CA93D4F-E664-4EE4-AB61-BE5CD329C960}" dt="2026-04-13T10:59:24.364" v="23" actId="47"/>
        <pc:sldMkLst>
          <pc:docMk/>
          <pc:sldMk cId="1625794283" sldId="438"/>
        </pc:sldMkLst>
      </pc:sldChg>
      <pc:sldChg chg="addSp delSp modSp mod ord">
        <pc:chgData name="Filomena, Gabriele" userId="237b0d7d-6741-478d-b529-08e8564676a7" providerId="ADAL" clId="{4CA93D4F-E664-4EE4-AB61-BE5CD329C960}" dt="2026-04-13T11:42:28.205" v="167"/>
        <pc:sldMkLst>
          <pc:docMk/>
          <pc:sldMk cId="966033555" sldId="439"/>
        </pc:sldMkLst>
        <pc:spChg chg="add">
          <ac:chgData name="Filomena, Gabriele" userId="237b0d7d-6741-478d-b529-08e8564676a7" providerId="ADAL" clId="{4CA93D4F-E664-4EE4-AB61-BE5CD329C960}" dt="2026-04-13T11:41:12.935" v="146"/>
          <ac:spMkLst>
            <pc:docMk/>
            <pc:sldMk cId="966033555" sldId="439"/>
            <ac:spMk id="2" creationId="{93F44304-1456-4211-2515-FD0699DC0842}"/>
          </ac:spMkLst>
        </pc:spChg>
        <pc:spChg chg="add">
          <ac:chgData name="Filomena, Gabriele" userId="237b0d7d-6741-478d-b529-08e8564676a7" providerId="ADAL" clId="{4CA93D4F-E664-4EE4-AB61-BE5CD329C960}" dt="2026-04-13T11:41:15.096" v="147"/>
          <ac:spMkLst>
            <pc:docMk/>
            <pc:sldMk cId="966033555" sldId="439"/>
            <ac:spMk id="4" creationId="{DBA07562-4478-D01B-F5BF-29691C789930}"/>
          </ac:spMkLst>
        </pc:spChg>
        <pc:spChg chg="add">
          <ac:chgData name="Filomena, Gabriele" userId="237b0d7d-6741-478d-b529-08e8564676a7" providerId="ADAL" clId="{4CA93D4F-E664-4EE4-AB61-BE5CD329C960}" dt="2026-04-13T11:41:17.286" v="149"/>
          <ac:spMkLst>
            <pc:docMk/>
            <pc:sldMk cId="966033555" sldId="439"/>
            <ac:spMk id="5" creationId="{15FBD055-9999-C932-D076-6C649CDF07F8}"/>
          </ac:spMkLst>
        </pc:spChg>
        <pc:spChg chg="mod">
          <ac:chgData name="Filomena, Gabriele" userId="237b0d7d-6741-478d-b529-08e8564676a7" providerId="ADAL" clId="{4CA93D4F-E664-4EE4-AB61-BE5CD329C960}" dt="2026-04-13T11:42:26.638" v="165" actId="20577"/>
          <ac:spMkLst>
            <pc:docMk/>
            <pc:sldMk cId="966033555" sldId="439"/>
            <ac:spMk id="6" creationId="{68386F04-F31C-45D6-91A9-D8EBCF9148DE}"/>
          </ac:spMkLst>
        </pc:spChg>
        <pc:spChg chg="add">
          <ac:chgData name="Filomena, Gabriele" userId="237b0d7d-6741-478d-b529-08e8564676a7" providerId="ADAL" clId="{4CA93D4F-E664-4EE4-AB61-BE5CD329C960}" dt="2026-04-13T11:41:24.123" v="150"/>
          <ac:spMkLst>
            <pc:docMk/>
            <pc:sldMk cId="966033555" sldId="439"/>
            <ac:spMk id="8" creationId="{B34E7923-C311-DFAE-82F5-83914BE8251F}"/>
          </ac:spMkLst>
        </pc:spChg>
        <pc:spChg chg="add del mod">
          <ac:chgData name="Filomena, Gabriele" userId="237b0d7d-6741-478d-b529-08e8564676a7" providerId="ADAL" clId="{4CA93D4F-E664-4EE4-AB61-BE5CD329C960}" dt="2026-04-13T11:42:28.205" v="167"/>
          <ac:spMkLst>
            <pc:docMk/>
            <pc:sldMk cId="966033555" sldId="439"/>
            <ac:spMk id="9" creationId="{8653BD6B-6E59-4FC6-E630-87F3E837AE31}"/>
          </ac:spMkLst>
        </pc:spChg>
      </pc:sldChg>
      <pc:sldChg chg="ord">
        <pc:chgData name="Filomena, Gabriele" userId="237b0d7d-6741-478d-b529-08e8564676a7" providerId="ADAL" clId="{4CA93D4F-E664-4EE4-AB61-BE5CD329C960}" dt="2026-04-13T11:13:33.007" v="77"/>
        <pc:sldMkLst>
          <pc:docMk/>
          <pc:sldMk cId="3748279901" sldId="440"/>
        </pc:sldMkLst>
      </pc:sldChg>
      <pc:sldChg chg="addSp delSp modSp mod ord">
        <pc:chgData name="Filomena, Gabriele" userId="237b0d7d-6741-478d-b529-08e8564676a7" providerId="ADAL" clId="{4CA93D4F-E664-4EE4-AB61-BE5CD329C960}" dt="2026-04-13T11:45:44.648" v="224" actId="113"/>
        <pc:sldMkLst>
          <pc:docMk/>
          <pc:sldMk cId="1432739597" sldId="443"/>
        </pc:sldMkLst>
        <pc:spChg chg="add">
          <ac:chgData name="Filomena, Gabriele" userId="237b0d7d-6741-478d-b529-08e8564676a7" providerId="ADAL" clId="{4CA93D4F-E664-4EE4-AB61-BE5CD329C960}" dt="2026-04-13T11:44:01.603" v="193"/>
          <ac:spMkLst>
            <pc:docMk/>
            <pc:sldMk cId="1432739597" sldId="443"/>
            <ac:spMk id="2" creationId="{2B09FEB2-9C9C-5EDC-018E-0EB38CE2CFC3}"/>
          </ac:spMkLst>
        </pc:spChg>
        <pc:spChg chg="add del mod">
          <ac:chgData name="Filomena, Gabriele" userId="237b0d7d-6741-478d-b529-08e8564676a7" providerId="ADAL" clId="{4CA93D4F-E664-4EE4-AB61-BE5CD329C960}" dt="2026-04-13T11:44:37.730" v="205" actId="478"/>
          <ac:spMkLst>
            <pc:docMk/>
            <pc:sldMk cId="1432739597" sldId="443"/>
            <ac:spMk id="3" creationId="{F22380A8-DBDA-383E-4DC9-75BC2AA377D0}"/>
          </ac:spMkLst>
        </pc:spChg>
        <pc:spChg chg="add del mod">
          <ac:chgData name="Filomena, Gabriele" userId="237b0d7d-6741-478d-b529-08e8564676a7" providerId="ADAL" clId="{4CA93D4F-E664-4EE4-AB61-BE5CD329C960}" dt="2026-04-13T11:44:35.388" v="204" actId="478"/>
          <ac:spMkLst>
            <pc:docMk/>
            <pc:sldMk cId="1432739597" sldId="443"/>
            <ac:spMk id="4" creationId="{32E37F1C-88D8-383D-0E65-B010B353E3AC}"/>
          </ac:spMkLst>
        </pc:spChg>
        <pc:spChg chg="mod">
          <ac:chgData name="Filomena, Gabriele" userId="237b0d7d-6741-478d-b529-08e8564676a7" providerId="ADAL" clId="{4CA93D4F-E664-4EE4-AB61-BE5CD329C960}" dt="2026-04-13T11:45:44.648" v="224" actId="113"/>
          <ac:spMkLst>
            <pc:docMk/>
            <pc:sldMk cId="1432739597" sldId="443"/>
            <ac:spMk id="6" creationId="{68386F04-F31C-45D6-91A9-D8EBCF9148DE}"/>
          </ac:spMkLst>
        </pc:spChg>
      </pc:sldChg>
      <pc:sldChg chg="addSp delSp modSp mod">
        <pc:chgData name="Filomena, Gabriele" userId="237b0d7d-6741-478d-b529-08e8564676a7" providerId="ADAL" clId="{4CA93D4F-E664-4EE4-AB61-BE5CD329C960}" dt="2026-04-13T10:55:47.821" v="22" actId="14100"/>
        <pc:sldMkLst>
          <pc:docMk/>
          <pc:sldMk cId="785683110" sldId="445"/>
        </pc:sldMkLst>
        <pc:spChg chg="add del mod">
          <ac:chgData name="Filomena, Gabriele" userId="237b0d7d-6741-478d-b529-08e8564676a7" providerId="ADAL" clId="{4CA93D4F-E664-4EE4-AB61-BE5CD329C960}" dt="2026-04-13T10:55:33.389" v="16" actId="478"/>
          <ac:spMkLst>
            <pc:docMk/>
            <pc:sldMk cId="785683110" sldId="445"/>
            <ac:spMk id="3" creationId="{4A5EF925-A76B-43F1-B64C-764D3066FC69}"/>
          </ac:spMkLst>
        </pc:spChg>
        <pc:spChg chg="del">
          <ac:chgData name="Filomena, Gabriele" userId="237b0d7d-6741-478d-b529-08e8564676a7" providerId="ADAL" clId="{4CA93D4F-E664-4EE4-AB61-BE5CD329C960}" dt="2026-04-13T10:55:32.013" v="15" actId="478"/>
          <ac:spMkLst>
            <pc:docMk/>
            <pc:sldMk cId="785683110" sldId="445"/>
            <ac:spMk id="6" creationId="{28054142-0748-6A73-9B9C-AF9553147C47}"/>
          </ac:spMkLst>
        </pc:spChg>
        <pc:picChg chg="add mod modCrop">
          <ac:chgData name="Filomena, Gabriele" userId="237b0d7d-6741-478d-b529-08e8564676a7" providerId="ADAL" clId="{4CA93D4F-E664-4EE4-AB61-BE5CD329C960}" dt="2026-04-13T10:55:47.821" v="22" actId="14100"/>
          <ac:picMkLst>
            <pc:docMk/>
            <pc:sldMk cId="785683110" sldId="445"/>
            <ac:picMk id="5" creationId="{7D40F77A-4573-F951-5E75-856977BD32C8}"/>
          </ac:picMkLst>
        </pc:picChg>
      </pc:sldChg>
      <pc:sldChg chg="del">
        <pc:chgData name="Filomena, Gabriele" userId="237b0d7d-6741-478d-b529-08e8564676a7" providerId="ADAL" clId="{4CA93D4F-E664-4EE4-AB61-BE5CD329C960}" dt="2026-04-13T11:34:47.374" v="98" actId="47"/>
        <pc:sldMkLst>
          <pc:docMk/>
          <pc:sldMk cId="3326503524" sldId="446"/>
        </pc:sldMkLst>
      </pc:sldChg>
      <pc:sldChg chg="add del">
        <pc:chgData name="Filomena, Gabriele" userId="237b0d7d-6741-478d-b529-08e8564676a7" providerId="ADAL" clId="{4CA93D4F-E664-4EE4-AB61-BE5CD329C960}" dt="2026-04-13T11:37:19.080" v="120" actId="47"/>
        <pc:sldMkLst>
          <pc:docMk/>
          <pc:sldMk cId="2928586629" sldId="449"/>
        </pc:sldMkLst>
      </pc:sldChg>
      <pc:sldChg chg="modSp add del">
        <pc:chgData name="Filomena, Gabriele" userId="237b0d7d-6741-478d-b529-08e8564676a7" providerId="ADAL" clId="{4CA93D4F-E664-4EE4-AB61-BE5CD329C960}" dt="2026-04-13T11:24:17.719" v="96" actId="47"/>
        <pc:sldMkLst>
          <pc:docMk/>
          <pc:sldMk cId="2649554705" sldId="450"/>
        </pc:sldMkLst>
        <pc:spChg chg="mod">
          <ac:chgData name="Filomena, Gabriele" userId="237b0d7d-6741-478d-b529-08e8564676a7" providerId="ADAL" clId="{4CA93D4F-E664-4EE4-AB61-BE5CD329C960}" dt="2026-04-13T11:23:56.494" v="95"/>
          <ac:spMkLst>
            <pc:docMk/>
            <pc:sldMk cId="2649554705" sldId="450"/>
            <ac:spMk id="6" creationId="{7AAAE6FC-01B7-1C8D-0552-7AA34A57ECF1}"/>
          </ac:spMkLst>
        </pc:spChg>
        <pc:spChg chg="mod">
          <ac:chgData name="Filomena, Gabriele" userId="237b0d7d-6741-478d-b529-08e8564676a7" providerId="ADAL" clId="{4CA93D4F-E664-4EE4-AB61-BE5CD329C960}" dt="2026-04-13T11:23:36.545" v="94"/>
          <ac:spMkLst>
            <pc:docMk/>
            <pc:sldMk cId="2649554705" sldId="450"/>
            <ac:spMk id="7" creationId="{F45EB591-B2E9-8682-0F41-BCA0B2581D03}"/>
          </ac:spMkLst>
        </pc:spChg>
      </pc:sldChg>
      <pc:sldChg chg="new del">
        <pc:chgData name="Filomena, Gabriele" userId="237b0d7d-6741-478d-b529-08e8564676a7" providerId="ADAL" clId="{4CA93D4F-E664-4EE4-AB61-BE5CD329C960}" dt="2026-04-13T11:37:16.840" v="119" actId="47"/>
        <pc:sldMkLst>
          <pc:docMk/>
          <pc:sldMk cId="3039537689" sldId="450"/>
        </pc:sldMkLst>
      </pc:sldChg>
      <pc:sldChg chg="addSp delSp modSp new mod setBg">
        <pc:chgData name="Filomena, Gabriele" userId="237b0d7d-6741-478d-b529-08e8564676a7" providerId="ADAL" clId="{4CA93D4F-E664-4EE4-AB61-BE5CD329C960}" dt="2026-04-13T11:46:57.548" v="226" actId="1076"/>
        <pc:sldMkLst>
          <pc:docMk/>
          <pc:sldMk cId="3448648349" sldId="451"/>
        </pc:sldMkLst>
        <pc:spChg chg="del">
          <ac:chgData name="Filomena, Gabriele" userId="237b0d7d-6741-478d-b529-08e8564676a7" providerId="ADAL" clId="{4CA93D4F-E664-4EE4-AB61-BE5CD329C960}" dt="2026-04-13T11:34:53.869" v="101" actId="478"/>
          <ac:spMkLst>
            <pc:docMk/>
            <pc:sldMk cId="3448648349" sldId="451"/>
            <ac:spMk id="2" creationId="{063F7702-CF29-4AA2-C567-3A02F7631658}"/>
          </ac:spMkLst>
        </pc:spChg>
        <pc:spChg chg="del">
          <ac:chgData name="Filomena, Gabriele" userId="237b0d7d-6741-478d-b529-08e8564676a7" providerId="ADAL" clId="{4CA93D4F-E664-4EE4-AB61-BE5CD329C960}" dt="2026-04-13T11:34:53.271" v="100" actId="478"/>
          <ac:spMkLst>
            <pc:docMk/>
            <pc:sldMk cId="3448648349" sldId="451"/>
            <ac:spMk id="3" creationId="{60FB4257-1597-7B0A-B5A9-F8AEC77568A1}"/>
          </ac:spMkLst>
        </pc:spChg>
        <pc:graphicFrameChg chg="add mod modGraphic">
          <ac:chgData name="Filomena, Gabriele" userId="237b0d7d-6741-478d-b529-08e8564676a7" providerId="ADAL" clId="{4CA93D4F-E664-4EE4-AB61-BE5CD329C960}" dt="2026-04-13T11:46:57.548" v="226" actId="1076"/>
          <ac:graphicFrameMkLst>
            <pc:docMk/>
            <pc:sldMk cId="3448648349" sldId="451"/>
            <ac:graphicFrameMk id="4" creationId="{4801DFF5-94E2-75E0-C8EB-EDED724CDE3C}"/>
          </ac:graphicFrameMkLst>
        </pc:graphicFrameChg>
      </pc:sldChg>
    </pc:docChg>
  </pc:docChgLst>
  <pc:docChgLst>
    <pc:chgData name="Filomena, Gabriele" userId="237b0d7d-6741-478d-b529-08e8564676a7" providerId="ADAL" clId="{FD8544B3-9B4F-4FF9-8ED3-7DE8CB790987}"/>
    <pc:docChg chg="undo custSel addSld delSld modSld sldOrd modSection">
      <pc:chgData name="Filomena, Gabriele" userId="237b0d7d-6741-478d-b529-08e8564676a7" providerId="ADAL" clId="{FD8544B3-9B4F-4FF9-8ED3-7DE8CB790987}" dt="2026-04-13T08:47:47.415" v="520" actId="1038"/>
      <pc:docMkLst>
        <pc:docMk/>
      </pc:docMkLst>
      <pc:sldChg chg="modSp mod">
        <pc:chgData name="Filomena, Gabriele" userId="237b0d7d-6741-478d-b529-08e8564676a7" providerId="ADAL" clId="{FD8544B3-9B4F-4FF9-8ED3-7DE8CB790987}" dt="2026-04-13T08:27:09.669" v="13" actId="6549"/>
        <pc:sldMkLst>
          <pc:docMk/>
          <pc:sldMk cId="0" sldId="257"/>
        </pc:sldMkLst>
        <pc:spChg chg="mod">
          <ac:chgData name="Filomena, Gabriele" userId="237b0d7d-6741-478d-b529-08e8564676a7" providerId="ADAL" clId="{FD8544B3-9B4F-4FF9-8ED3-7DE8CB790987}" dt="2026-04-13T08:27:09.669" v="13" actId="6549"/>
          <ac:spMkLst>
            <pc:docMk/>
            <pc:sldMk cId="0" sldId="257"/>
            <ac:spMk id="7" creationId="{4CF31C27-D594-4C5E-A1CD-12AF80B566C0}"/>
          </ac:spMkLst>
        </pc:spChg>
      </pc:sldChg>
      <pc:sldChg chg="modSp mod ord">
        <pc:chgData name="Filomena, Gabriele" userId="237b0d7d-6741-478d-b529-08e8564676a7" providerId="ADAL" clId="{FD8544B3-9B4F-4FF9-8ED3-7DE8CB790987}" dt="2026-04-13T08:36:56.568" v="316" actId="113"/>
        <pc:sldMkLst>
          <pc:docMk/>
          <pc:sldMk cId="2807889340" sldId="437"/>
        </pc:sldMkLst>
        <pc:spChg chg="mod">
          <ac:chgData name="Filomena, Gabriele" userId="237b0d7d-6741-478d-b529-08e8564676a7" providerId="ADAL" clId="{FD8544B3-9B4F-4FF9-8ED3-7DE8CB790987}" dt="2026-04-13T08:36:56.568" v="316" actId="113"/>
          <ac:spMkLst>
            <pc:docMk/>
            <pc:sldMk cId="2807889340" sldId="437"/>
            <ac:spMk id="6" creationId="{68386F04-F31C-45D6-91A9-D8EBCF9148DE}"/>
          </ac:spMkLst>
        </pc:spChg>
        <pc:spChg chg="mod">
          <ac:chgData name="Filomena, Gabriele" userId="237b0d7d-6741-478d-b529-08e8564676a7" providerId="ADAL" clId="{FD8544B3-9B4F-4FF9-8ED3-7DE8CB790987}" dt="2026-04-13T08:27:39.778" v="33" actId="20577"/>
          <ac:spMkLst>
            <pc:docMk/>
            <pc:sldMk cId="2807889340" sldId="437"/>
            <ac:spMk id="7" creationId="{4CF31C27-D594-4C5E-A1CD-12AF80B566C0}"/>
          </ac:spMkLst>
        </pc:spChg>
      </pc:sldChg>
      <pc:sldChg chg="new del">
        <pc:chgData name="Filomena, Gabriele" userId="237b0d7d-6741-478d-b529-08e8564676a7" providerId="ADAL" clId="{FD8544B3-9B4F-4FF9-8ED3-7DE8CB790987}" dt="2026-04-13T08:27:29.794" v="21" actId="47"/>
        <pc:sldMkLst>
          <pc:docMk/>
          <pc:sldMk cId="2470685048" sldId="444"/>
        </pc:sldMkLst>
      </pc:sldChg>
      <pc:sldChg chg="modSp add mod ord">
        <pc:chgData name="Filomena, Gabriele" userId="237b0d7d-6741-478d-b529-08e8564676a7" providerId="ADAL" clId="{FD8544B3-9B4F-4FF9-8ED3-7DE8CB790987}" dt="2026-04-13T08:27:59.587" v="78" actId="20577"/>
        <pc:sldMkLst>
          <pc:docMk/>
          <pc:sldMk cId="785683110" sldId="445"/>
        </pc:sldMkLst>
        <pc:spChg chg="mod">
          <ac:chgData name="Filomena, Gabriele" userId="237b0d7d-6741-478d-b529-08e8564676a7" providerId="ADAL" clId="{FD8544B3-9B4F-4FF9-8ED3-7DE8CB790987}" dt="2026-04-13T08:27:59.587" v="78" actId="20577"/>
          <ac:spMkLst>
            <pc:docMk/>
            <pc:sldMk cId="785683110" sldId="445"/>
            <ac:spMk id="7" creationId="{B84A82BC-EE8A-8BAD-FA25-FB27ED595EE8}"/>
          </ac:spMkLst>
        </pc:spChg>
      </pc:sldChg>
      <pc:sldChg chg="add">
        <pc:chgData name="Filomena, Gabriele" userId="237b0d7d-6741-478d-b529-08e8564676a7" providerId="ADAL" clId="{FD8544B3-9B4F-4FF9-8ED3-7DE8CB790987}" dt="2026-04-13T08:27:24.116" v="16" actId="2890"/>
        <pc:sldMkLst>
          <pc:docMk/>
          <pc:sldMk cId="3326503524" sldId="446"/>
        </pc:sldMkLst>
      </pc:sldChg>
      <pc:sldChg chg="addSp delSp modSp new mod ord">
        <pc:chgData name="Filomena, Gabriele" userId="237b0d7d-6741-478d-b529-08e8564676a7" providerId="ADAL" clId="{FD8544B3-9B4F-4FF9-8ED3-7DE8CB790987}" dt="2026-04-13T08:42:43.789" v="325" actId="14100"/>
        <pc:sldMkLst>
          <pc:docMk/>
          <pc:sldMk cId="3755284355" sldId="447"/>
        </pc:sldMkLst>
        <pc:spChg chg="del">
          <ac:chgData name="Filomena, Gabriele" userId="237b0d7d-6741-478d-b529-08e8564676a7" providerId="ADAL" clId="{FD8544B3-9B4F-4FF9-8ED3-7DE8CB790987}" dt="2026-04-13T08:42:36.374" v="320" actId="478"/>
          <ac:spMkLst>
            <pc:docMk/>
            <pc:sldMk cId="3755284355" sldId="447"/>
            <ac:spMk id="2" creationId="{97C22DF4-1A14-E477-51EB-C7ACFFA3FD57}"/>
          </ac:spMkLst>
        </pc:spChg>
        <pc:spChg chg="del">
          <ac:chgData name="Filomena, Gabriele" userId="237b0d7d-6741-478d-b529-08e8564676a7" providerId="ADAL" clId="{FD8544B3-9B4F-4FF9-8ED3-7DE8CB790987}" dt="2026-04-13T08:42:37.570" v="321" actId="478"/>
          <ac:spMkLst>
            <pc:docMk/>
            <pc:sldMk cId="3755284355" sldId="447"/>
            <ac:spMk id="3" creationId="{62F5EA83-2A4E-86E0-7E76-EB841B132107}"/>
          </ac:spMkLst>
        </pc:spChg>
        <pc:picChg chg="add mod">
          <ac:chgData name="Filomena, Gabriele" userId="237b0d7d-6741-478d-b529-08e8564676a7" providerId="ADAL" clId="{FD8544B3-9B4F-4FF9-8ED3-7DE8CB790987}" dt="2026-04-13T08:42:43.789" v="325" actId="14100"/>
          <ac:picMkLst>
            <pc:docMk/>
            <pc:sldMk cId="3755284355" sldId="447"/>
            <ac:picMk id="5" creationId="{93A56F34-EA8C-90BA-550C-B18CABD6878D}"/>
          </ac:picMkLst>
        </pc:picChg>
      </pc:sldChg>
      <pc:sldChg chg="addSp delSp modSp add mod">
        <pc:chgData name="Filomena, Gabriele" userId="237b0d7d-6741-478d-b529-08e8564676a7" providerId="ADAL" clId="{FD8544B3-9B4F-4FF9-8ED3-7DE8CB790987}" dt="2026-04-13T08:47:47.415" v="520" actId="1038"/>
        <pc:sldMkLst>
          <pc:docMk/>
          <pc:sldMk cId="769999260" sldId="448"/>
        </pc:sldMkLst>
        <pc:spChg chg="add mod">
          <ac:chgData name="Filomena, Gabriele" userId="237b0d7d-6741-478d-b529-08e8564676a7" providerId="ADAL" clId="{FD8544B3-9B4F-4FF9-8ED3-7DE8CB790987}" dt="2026-04-13T08:46:00.405" v="499" actId="12788"/>
          <ac:spMkLst>
            <pc:docMk/>
            <pc:sldMk cId="769999260" sldId="448"/>
            <ac:spMk id="2" creationId="{CDD3EA01-F9D4-7575-3469-065C798E4F51}"/>
          </ac:spMkLst>
        </pc:spChg>
        <pc:spChg chg="add mod">
          <ac:chgData name="Filomena, Gabriele" userId="237b0d7d-6741-478d-b529-08e8564676a7" providerId="ADAL" clId="{FD8544B3-9B4F-4FF9-8ED3-7DE8CB790987}" dt="2026-04-13T08:46:03.360" v="500" actId="12788"/>
          <ac:spMkLst>
            <pc:docMk/>
            <pc:sldMk cId="769999260" sldId="448"/>
            <ac:spMk id="3" creationId="{9825D8EA-2D53-851D-2FCC-D23B0396E03B}"/>
          </ac:spMkLst>
        </pc:spChg>
        <pc:picChg chg="del">
          <ac:chgData name="Filomena, Gabriele" userId="237b0d7d-6741-478d-b529-08e8564676a7" providerId="ADAL" clId="{FD8544B3-9B4F-4FF9-8ED3-7DE8CB790987}" dt="2026-04-13T08:43:15.479" v="327" actId="478"/>
          <ac:picMkLst>
            <pc:docMk/>
            <pc:sldMk cId="769999260" sldId="448"/>
            <ac:picMk id="5" creationId="{92546F4D-A585-13A6-8010-81F6B26F9FCF}"/>
          </ac:picMkLst>
        </pc:picChg>
        <pc:picChg chg="add mod">
          <ac:chgData name="Filomena, Gabriele" userId="237b0d7d-6741-478d-b529-08e8564676a7" providerId="ADAL" clId="{FD8544B3-9B4F-4FF9-8ED3-7DE8CB790987}" dt="2026-04-13T08:47:47.415" v="520" actId="1038"/>
          <ac:picMkLst>
            <pc:docMk/>
            <pc:sldMk cId="769999260" sldId="448"/>
            <ac:picMk id="1026" creationId="{7BFCD772-B758-0091-E2AA-5F37B871915E}"/>
          </ac:picMkLst>
        </pc:picChg>
        <pc:picChg chg="add mod">
          <ac:chgData name="Filomena, Gabriele" userId="237b0d7d-6741-478d-b529-08e8564676a7" providerId="ADAL" clId="{FD8544B3-9B4F-4FF9-8ED3-7DE8CB790987}" dt="2026-04-13T08:47:47.415" v="520" actId="1038"/>
          <ac:picMkLst>
            <pc:docMk/>
            <pc:sldMk cId="769999260" sldId="448"/>
            <ac:picMk id="1028" creationId="{DBD1041A-0C4D-3535-2975-7387B9C22E63}"/>
          </ac:picMkLst>
        </pc:picChg>
        <pc:cxnChg chg="add mod">
          <ac:chgData name="Filomena, Gabriele" userId="237b0d7d-6741-478d-b529-08e8564676a7" providerId="ADAL" clId="{FD8544B3-9B4F-4FF9-8ED3-7DE8CB790987}" dt="2026-04-13T08:47:47.415" v="520" actId="1038"/>
          <ac:cxnSpMkLst>
            <pc:docMk/>
            <pc:sldMk cId="769999260" sldId="448"/>
            <ac:cxnSpMk id="6" creationId="{4A7EABBC-6E46-E025-32D8-B16FFAE3D79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85661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1883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6216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8013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high performance in rendering complex and large-scale geospatial datasets</a:t>
            </a:r>
          </a:p>
          <a:p>
            <a:endParaRPr lang="en-GB" dirty="0"/>
          </a:p>
          <a:p>
            <a:r>
              <a:rPr lang="en-GB" dirty="0"/>
              <a:t>multi-dimensional visualizations with ease. </a:t>
            </a:r>
          </a:p>
          <a:p>
            <a:endParaRPr lang="en-GB" dirty="0"/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approach significantly improves performance and responsiveness when dealing with big data.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459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9292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258E-9308-4444-93ED-24BEB5CF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31" y="2675400"/>
            <a:ext cx="16740000" cy="4402800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>
            <a:lvl1pPr>
              <a:defRPr lang="en-GB" sz="80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18169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493200" y="635000"/>
            <a:ext cx="13039065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493200" y="7309703"/>
            <a:ext cx="13953493" cy="830997"/>
          </a:xfrm>
          <a:prstGeom prst="rect">
            <a:avLst/>
          </a:prstGeom>
        </p:spPr>
        <p:txBody>
          <a:bodyPr anchor="b"/>
          <a:lstStyle>
            <a:lvl1pPr algn="l">
              <a:defRPr/>
            </a:lvl1pPr>
          </a:lstStyle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3200" y="8191500"/>
            <a:ext cx="13953493" cy="1130300"/>
          </a:xfrm>
          <a:prstGeom prst="rect">
            <a:avLst/>
          </a:prstGeom>
        </p:spPr>
        <p:txBody>
          <a:bodyPr anchor="t"/>
          <a:lstStyle>
            <a:lvl1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1pPr>
            <a:lvl2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2pPr>
            <a:lvl3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3pPr>
            <a:lvl4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4pPr>
            <a:lvl5pPr marL="0" indent="1219261" algn="l">
              <a:spcBef>
                <a:spcPts val="0"/>
              </a:spcBef>
              <a:buSzTx/>
              <a:buNone/>
              <a:defRPr sz="4267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3"/>
            <a:r>
              <a:rPr dirty="0"/>
              <a:t>Body Level Five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E187668-94A2-4A85-9DE7-0DE526B2EB0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>
            <a:normAutofit/>
          </a:bodyPr>
          <a:lstStyle>
            <a:lvl1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1pPr>
            <a:lvl2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2pPr>
            <a:lvl3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3pPr>
            <a:lvl4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4pPr>
            <a:lvl5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04B7291-6736-40D7-9F82-6A1F6297E12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93200" y="2091600"/>
            <a:ext cx="14800185" cy="7213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1pPr>
            <a:lvl2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2pPr>
            <a:lvl3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3pPr>
            <a:lvl4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4pPr>
            <a:lvl5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8E468ED-94AE-41EC-A580-984BD8F3610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8958007" y="5092700"/>
            <a:ext cx="7112217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8966300" y="889000"/>
            <a:ext cx="7112219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493200" y="889000"/>
            <a:ext cx="7112217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287D3C3-F9E3-4CED-9FAF-8C8AE11AC2D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6CBA5B80-E23A-48AA-AC97-B8529B8532E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2F0B-93C6-4236-A3A6-FADD932B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78557-E0F2-4764-9A49-0B02F2C11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4FD1B8-26BE-4B34-98E6-20905FF0B9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193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52022" y="4371510"/>
            <a:ext cx="12436220" cy="10105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6454" b="0" i="0">
                <a:solidFill>
                  <a:srgbClr val="404040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305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3200" y="871200"/>
            <a:ext cx="14800185" cy="993221"/>
          </a:xfrm>
        </p:spPr>
        <p:txBody>
          <a:bodyPr lIns="0" tIns="0" rIns="0" bIns="0"/>
          <a:lstStyle>
            <a:lvl1pPr>
              <a:defRPr sz="6454" b="0" i="0">
                <a:solidFill>
                  <a:srgbClr val="40404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67013" y="2243329"/>
            <a:ext cx="7543014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30236" y="2243329"/>
            <a:ext cx="7543014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524608" y="9251952"/>
            <a:ext cx="381515" cy="3693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083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93200" y="871200"/>
            <a:ext cx="14800185" cy="831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lvl="0" algn="l" defTabSz="584200" fontAlgn="base" hangingPunct="0"/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93200" y="2091600"/>
            <a:ext cx="111600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7208" y="9251952"/>
            <a:ext cx="488915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Bahnschrif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0" r:id="rId2"/>
    <p:sldLayoutId id="2147483654" r:id="rId3"/>
    <p:sldLayoutId id="2147483656" r:id="rId4"/>
    <p:sldLayoutId id="2147483657" r:id="rId5"/>
    <p:sldLayoutId id="2147483659" r:id="rId6"/>
    <p:sldLayoutId id="2147483676" r:id="rId7"/>
    <p:sldLayoutId id="2147483678" r:id="rId8"/>
    <p:sldLayoutId id="2147483679" r:id="rId9"/>
  </p:sldLayoutIdLst>
  <p:transition spd="med"/>
  <p:txStyles>
    <p:titleStyle>
      <a:lvl1pPr marL="0" marR="0" indent="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0" sz="4800" b="1" i="0" u="none" strike="noStrike" cap="none" spc="0" normalizeH="0" baseline="0">
          <a:ln>
            <a:noFill/>
          </a:ln>
          <a:solidFill>
            <a:srgbClr val="333333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1pPr>
      <a:lvl2pPr marL="0" marR="0" indent="304815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0963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91444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21926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52407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82889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133707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438522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1pPr>
      <a:lvl2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2pPr>
      <a:lvl3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3pPr>
      <a:lvl4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4pPr>
      <a:lvl5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5pPr>
      <a:lvl6pPr marL="3556178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4148874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4741570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5334267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04815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0963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91444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21926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52407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82889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133707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438522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2" descr="https://globalfishingwatch.org/wp-content/uploads/GFW-visualization-all-activity_North-Sea-with-key_v2-1400x916.webp">
            <a:extLst>
              <a:ext uri="{FF2B5EF4-FFF2-40B4-BE49-F238E27FC236}">
                <a16:creationId xmlns:a16="http://schemas.microsoft.com/office/drawing/2014/main" id="{02F92135-DE07-4B56-B181-FE32829A64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16938" y="4724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4" descr="https://globalfishingwatch.org/wp-content/uploads/GFW-visualization-all-activity_North-Sea-with-key_v2-1400x916.webp">
            <a:extLst>
              <a:ext uri="{FF2B5EF4-FFF2-40B4-BE49-F238E27FC236}">
                <a16:creationId xmlns:a16="http://schemas.microsoft.com/office/drawing/2014/main" id="{8113C82B-10E0-4795-B6ED-EE54D5C5CF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69338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F31C27-D594-4C5E-A1CD-12AF80B5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924859"/>
            <a:ext cx="9963151" cy="2844539"/>
          </a:xfrm>
          <a:solidFill>
            <a:srgbClr val="FFFFFF"/>
          </a:solidFill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/>
              <a:t>Advanced tools and Assignment II</a:t>
            </a:r>
            <a:br>
              <a:rPr lang="en-GB" spc="-11" dirty="0"/>
            </a:br>
            <a:br>
              <a:rPr lang="en-GB" spc="-11" dirty="0"/>
            </a:br>
            <a:r>
              <a:rPr lang="en-GB" sz="4000" spc="-11" dirty="0">
                <a:latin typeface="Bahnschrift Light" panose="020B0502040204020203" pitchFamily="34" charset="0"/>
              </a:rPr>
              <a:t>ENVS456 – week 9</a:t>
            </a:r>
            <a:br>
              <a:rPr lang="en-GB" spc="-11" dirty="0"/>
            </a:br>
            <a:r>
              <a:rPr lang="en-GB" i="1" spc="-11" dirty="0"/>
              <a:t>Gabriele Filomena</a:t>
            </a:r>
          </a:p>
        </p:txBody>
      </p:sp>
      <p:pic>
        <p:nvPicPr>
          <p:cNvPr id="1026" name="Picture 2" descr="docs">
            <a:extLst>
              <a:ext uri="{FF2B5EF4-FFF2-40B4-BE49-F238E27FC236}">
                <a16:creationId xmlns:a16="http://schemas.microsoft.com/office/drawing/2014/main" id="{F9F26BDF-2CE9-4D06-BF01-D9F712FA87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11"/>
          <a:stretch/>
        </p:blipFill>
        <p:spPr bwMode="auto">
          <a:xfrm>
            <a:off x="793" y="-33044"/>
            <a:ext cx="17340263" cy="621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F57E3B-1CD5-4ED1-ACB0-A134364AB8E4}"/>
              </a:ext>
            </a:extLst>
          </p:cNvPr>
          <p:cNvSpPr/>
          <p:nvPr/>
        </p:nvSpPr>
        <p:spPr>
          <a:xfrm>
            <a:off x="8516938" y="6314328"/>
            <a:ext cx="866775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GB" sz="1400" dirty="0">
                <a:latin typeface="Bahnschrift Light" panose="020B0502040204020203" pitchFamily="34" charset="0"/>
              </a:rPr>
              <a:t>Source: https://classic.yarnpkg.com/en/package/deck.gl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F31C27-D594-4C5E-A1CD-12AF80B5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00" y="871200"/>
            <a:ext cx="14800185" cy="1490322"/>
          </a:xfr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dirty="0"/>
              <a:t>Reflections on Assignment I</a:t>
            </a:r>
            <a:br>
              <a:rPr lang="en-GB" dirty="0"/>
            </a:br>
            <a:endParaRPr lang="en-GB" spc="-1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386F04-F31C-45D6-91A9-D8EBCF914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599"/>
            <a:ext cx="16437488" cy="7090501"/>
          </a:xfrm>
          <a:ln w="12700">
            <a:miter lim="400000"/>
          </a:ln>
        </p:spPr>
        <p:txBody>
          <a:bodyPr lIns="50800" tIns="50800" rIns="50800" bIns="50800" anchor="t">
            <a:noAutofit/>
          </a:bodyPr>
          <a:lstStyle/>
          <a:p>
            <a:r>
              <a:rPr lang="en-GB" dirty="0"/>
              <a:t>Lectures/Lab sessions are building blocks.</a:t>
            </a:r>
          </a:p>
          <a:p>
            <a:r>
              <a:rPr lang="en-GB" dirty="0"/>
              <a:t>Data sources (Kaggle, data aggregators, etc.)</a:t>
            </a:r>
          </a:p>
          <a:p>
            <a:r>
              <a:rPr lang="en-GB" dirty="0"/>
              <a:t>“intermediate maps”, lack of context.</a:t>
            </a:r>
          </a:p>
          <a:p>
            <a:r>
              <a:rPr lang="en-GB" b="1" dirty="0">
                <a:solidFill>
                  <a:srgbClr val="FF0000"/>
                </a:solidFill>
              </a:rPr>
              <a:t>Think about interactivity.</a:t>
            </a:r>
          </a:p>
          <a:p>
            <a:r>
              <a:rPr lang="en-GB" dirty="0"/>
              <a:t>References.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788934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E083E-E41C-3A42-6029-1D00D6315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84A82BC-EE8A-8BAD-FA25-FB27ED595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00" y="871200"/>
            <a:ext cx="14800185" cy="1490322"/>
          </a:xfr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dirty="0"/>
              <a:t>Towards Assignment II</a:t>
            </a:r>
            <a:br>
              <a:rPr lang="en-GB" dirty="0"/>
            </a:br>
            <a:endParaRPr lang="en-GB" spc="-1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40F77A-4573-F951-5E75-856977BD32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42"/>
          <a:stretch>
            <a:fillRect/>
          </a:stretch>
        </p:blipFill>
        <p:spPr>
          <a:xfrm>
            <a:off x="242693" y="1848354"/>
            <a:ext cx="14676957" cy="703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8311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A56F34-EA8C-90BA-550C-B18CABD6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61" y="662021"/>
            <a:ext cx="11077701" cy="876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8435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9C57-3789-D146-7BF9-478A8162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vingpandas_generalize">
            <a:extLst>
              <a:ext uri="{FF2B5EF4-FFF2-40B4-BE49-F238E27FC236}">
                <a16:creationId xmlns:a16="http://schemas.microsoft.com/office/drawing/2014/main" id="{7BFCD772-B758-0091-E2AA-5F37B8719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05" y="2335255"/>
            <a:ext cx="77438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vingpandas_ais">
            <a:extLst>
              <a:ext uri="{FF2B5EF4-FFF2-40B4-BE49-F238E27FC236}">
                <a16:creationId xmlns:a16="http://schemas.microsoft.com/office/drawing/2014/main" id="{DBD1041A-0C4D-3535-2975-7387B9C22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58" y="2451060"/>
            <a:ext cx="8007548" cy="589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6">
            <a:extLst>
              <a:ext uri="{FF2B5EF4-FFF2-40B4-BE49-F238E27FC236}">
                <a16:creationId xmlns:a16="http://schemas.microsoft.com/office/drawing/2014/main" id="{CDD3EA01-F9D4-7575-3469-065C798E4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57" y="871200"/>
            <a:ext cx="8176931" cy="1490322"/>
          </a:xfrm>
        </p:spPr>
        <p:txBody>
          <a:bodyPr vert="horz" wrap="square" lIns="0" tIns="12869" rIns="0" bIns="0" rtlCol="0">
            <a:spAutoFit/>
          </a:bodyPr>
          <a:lstStyle/>
          <a:p>
            <a:pPr marL="13547" algn="ctr">
              <a:spcBef>
                <a:spcPts val="101"/>
              </a:spcBef>
            </a:pPr>
            <a:r>
              <a:rPr lang="en-GB" dirty="0"/>
              <a:t>Urban Mobility Analysis</a:t>
            </a:r>
            <a:br>
              <a:rPr lang="en-GB" dirty="0"/>
            </a:br>
            <a:endParaRPr lang="en-GB" spc="-11" dirty="0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9825D8EA-2D53-851D-2FCC-D23B0396E03B}"/>
              </a:ext>
            </a:extLst>
          </p:cNvPr>
          <p:cNvSpPr txBox="1">
            <a:spLocks/>
          </p:cNvSpPr>
          <p:nvPr/>
        </p:nvSpPr>
        <p:spPr>
          <a:xfrm>
            <a:off x="8914747" y="844933"/>
            <a:ext cx="8176931" cy="14903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0" tIns="12869" rIns="0" bIns="0" rtlCol="0">
            <a:spAutoFit/>
          </a:bodyPr>
          <a:lstStyle>
            <a:lvl1pPr marL="0" marR="0" indent="0" algn="l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1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1pPr>
            <a:lvl2pPr marL="0" marR="0" indent="304815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609630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914446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1219261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524076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828891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2133707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2438522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13547" algn="ctr" hangingPunct="1">
              <a:spcBef>
                <a:spcPts val="101"/>
              </a:spcBef>
            </a:pPr>
            <a:r>
              <a:rPr lang="en-GB" dirty="0"/>
              <a:t>Movement Data Analysis</a:t>
            </a:r>
            <a:br>
              <a:rPr lang="en-GB" dirty="0"/>
            </a:br>
            <a:endParaRPr lang="en-GB" spc="-1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7EABBC-6E46-E025-32D8-B16FFAE3D798}"/>
              </a:ext>
            </a:extLst>
          </p:cNvPr>
          <p:cNvCxnSpPr>
            <a:cxnSpLocks/>
          </p:cNvCxnSpPr>
          <p:nvPr/>
        </p:nvCxnSpPr>
        <p:spPr>
          <a:xfrm flipH="1">
            <a:off x="8653925" y="994611"/>
            <a:ext cx="4838" cy="7753849"/>
          </a:xfrm>
          <a:prstGeom prst="line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6999926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31" y="4254749"/>
            <a:ext cx="16740000" cy="1244101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6" dirty="0">
                <a:cs typeface="Arial MT"/>
              </a:rPr>
              <a:t>Other tools</a:t>
            </a:r>
            <a:endParaRPr spc="-16" dirty="0">
              <a:cs typeface="Arial MT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AFC33C4-2808-4CBA-BAF9-6DD32B656E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23" t="12304" r="31448" b="15430"/>
          <a:stretch/>
        </p:blipFill>
        <p:spPr>
          <a:xfrm>
            <a:off x="122236" y="228600"/>
            <a:ext cx="8362950" cy="7048500"/>
          </a:xfrm>
          <a:prstGeom prst="rect">
            <a:avLst/>
          </a:prstGeom>
          <a:ln w="38100">
            <a:solidFill>
              <a:schemeClr val="tx2">
                <a:lumMod val="5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149F8A-F1A6-4ED7-AABE-9B7F826725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934" t="20081" r="40675" b="6249"/>
          <a:stretch/>
        </p:blipFill>
        <p:spPr>
          <a:xfrm>
            <a:off x="3362326" y="4514850"/>
            <a:ext cx="8220075" cy="8229600"/>
          </a:xfrm>
          <a:prstGeom prst="rect">
            <a:avLst/>
          </a:prstGeom>
          <a:ln w="38100">
            <a:solidFill>
              <a:schemeClr val="tx2">
                <a:lumMod val="5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5AA28F-2FA0-4C88-A84C-50B602A1C23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608" t="15625" r="20900" b="12110"/>
          <a:stretch/>
        </p:blipFill>
        <p:spPr>
          <a:xfrm>
            <a:off x="8855077" y="512077"/>
            <a:ext cx="8302670" cy="6193524"/>
          </a:xfrm>
          <a:prstGeom prst="rect">
            <a:avLst/>
          </a:prstGeom>
          <a:ln w="38100">
            <a:solidFill>
              <a:schemeClr val="tx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827990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F31C27-D594-4C5E-A1CD-12AF80B5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 err="1"/>
              <a:t>GeoViews</a:t>
            </a:r>
            <a:endParaRPr lang="en-GB" spc="-1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386F04-F31C-45D6-91A9-D8EBCF914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199" y="2091600"/>
            <a:ext cx="16172477" cy="6286500"/>
          </a:xfrm>
          <a:ln w="12700">
            <a:miter lim="400000"/>
          </a:ln>
        </p:spPr>
        <p:txBody>
          <a:bodyPr lIns="50800" tIns="50800" rIns="50800" bIns="50800" anchor="t">
            <a:noAutofit/>
          </a:bodyPr>
          <a:lstStyle/>
          <a:p>
            <a:r>
              <a:rPr lang="en-GB" dirty="0"/>
              <a:t>Designed to simplify the exploration and visualisation of geographic datasets in Python. </a:t>
            </a:r>
          </a:p>
          <a:p>
            <a:r>
              <a:rPr lang="en-GB" dirty="0"/>
              <a:t>Supports geographic data handling, including the display and combination of spatial layers. </a:t>
            </a:r>
          </a:p>
          <a:p>
            <a:r>
              <a:rPr lang="en-GB" dirty="0"/>
              <a:t>Enables interactive spatial analysis, making it easier to explore patterns and relationships.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CBDB32-E7FE-42EE-8B31-B0F7B49411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342" t="39844" r="29689" b="45312"/>
          <a:stretch/>
        </p:blipFill>
        <p:spPr>
          <a:xfrm>
            <a:off x="1714500" y="6278992"/>
            <a:ext cx="14035110" cy="260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3355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F31C27-D594-4C5E-A1CD-12AF80B5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 err="1"/>
              <a:t>pydeck</a:t>
            </a:r>
            <a:endParaRPr lang="en-GB" spc="-1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386F04-F31C-45D6-91A9-D8EBCF914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199" y="2091600"/>
            <a:ext cx="16283242" cy="7414350"/>
          </a:xfrm>
          <a:ln w="12700">
            <a:miter lim="400000"/>
          </a:ln>
        </p:spPr>
        <p:txBody>
          <a:bodyPr lIns="50800" tIns="50800" rIns="50800" bIns="50800" anchor="t">
            <a:noAutofit/>
          </a:bodyPr>
          <a:lstStyle/>
          <a:p>
            <a:pPr marL="0" indent="0">
              <a:buNone/>
            </a:pPr>
            <a:r>
              <a:rPr lang="en-GB" dirty="0"/>
              <a:t>WebGL-powered visualisation library designed to display large geospatial datasets.  A Python wrapper around the JavaScript library </a:t>
            </a:r>
            <a:r>
              <a:rPr lang="en-GB" i="1" dirty="0"/>
              <a:t>deck.gl</a:t>
            </a:r>
            <a:r>
              <a:rPr lang="en-GB" dirty="0"/>
              <a:t>.</a:t>
            </a:r>
          </a:p>
          <a:p>
            <a:r>
              <a:rPr lang="en-GB" b="1" dirty="0"/>
              <a:t>Rich layered visualisation</a:t>
            </a:r>
            <a:r>
              <a:rPr lang="en-GB" dirty="0"/>
              <a:t>: supports a wide range of layers for points, flows, paths, polygons, heatmaps, hexagons, and 3D representations.</a:t>
            </a:r>
          </a:p>
          <a:p>
            <a:r>
              <a:rPr lang="en-GB" b="1" dirty="0"/>
              <a:t>Interactivity</a:t>
            </a:r>
            <a:r>
              <a:rPr lang="en-GB" dirty="0"/>
              <a:t>: supports pan/zoom, hover, tooltips, and other features.</a:t>
            </a:r>
          </a:p>
          <a:p>
            <a:r>
              <a:rPr lang="en-GB" b="1" dirty="0"/>
              <a:t>Large dataset visualisation</a:t>
            </a:r>
            <a:r>
              <a:rPr lang="en-GB" dirty="0"/>
              <a:t>: particularly strong for rendering large spatial datasets efficiently in the browser.</a:t>
            </a:r>
          </a:p>
          <a:p>
            <a:r>
              <a:rPr lang="en-GB" b="1" dirty="0"/>
              <a:t>Customisation</a:t>
            </a:r>
            <a:r>
              <a:rPr lang="en-GB" dirty="0"/>
              <a:t>: detailed control over visual properties such as colour, size, elevation, opacity, and styling logic</a:t>
            </a:r>
            <a:r>
              <a:rPr lang="en-GB" i="1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273959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01DFF5-94E2-75E0-C8EB-EDED724CD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253388"/>
              </p:ext>
            </p:extLst>
          </p:nvPr>
        </p:nvGraphicFramePr>
        <p:xfrm>
          <a:off x="560225" y="1665746"/>
          <a:ext cx="16219811" cy="6495134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82404">
                  <a:extLst>
                    <a:ext uri="{9D8B030D-6E8A-4147-A177-3AD203B41FA5}">
                      <a16:colId xmlns:a16="http://schemas.microsoft.com/office/drawing/2014/main" val="2422592271"/>
                    </a:ext>
                  </a:extLst>
                </a:gridCol>
                <a:gridCol w="2686537">
                  <a:extLst>
                    <a:ext uri="{9D8B030D-6E8A-4147-A177-3AD203B41FA5}">
                      <a16:colId xmlns:a16="http://schemas.microsoft.com/office/drawing/2014/main" val="1516697274"/>
                    </a:ext>
                  </a:extLst>
                </a:gridCol>
                <a:gridCol w="2819819">
                  <a:extLst>
                    <a:ext uri="{9D8B030D-6E8A-4147-A177-3AD203B41FA5}">
                      <a16:colId xmlns:a16="http://schemas.microsoft.com/office/drawing/2014/main" val="1733581382"/>
                    </a:ext>
                  </a:extLst>
                </a:gridCol>
                <a:gridCol w="3051177">
                  <a:extLst>
                    <a:ext uri="{9D8B030D-6E8A-4147-A177-3AD203B41FA5}">
                      <a16:colId xmlns:a16="http://schemas.microsoft.com/office/drawing/2014/main" val="2715249318"/>
                    </a:ext>
                  </a:extLst>
                </a:gridCol>
                <a:gridCol w="2759465">
                  <a:extLst>
                    <a:ext uri="{9D8B030D-6E8A-4147-A177-3AD203B41FA5}">
                      <a16:colId xmlns:a16="http://schemas.microsoft.com/office/drawing/2014/main" val="1049343826"/>
                    </a:ext>
                  </a:extLst>
                </a:gridCol>
                <a:gridCol w="2920409">
                  <a:extLst>
                    <a:ext uri="{9D8B030D-6E8A-4147-A177-3AD203B41FA5}">
                      <a16:colId xmlns:a16="http://schemas.microsoft.com/office/drawing/2014/main" val="3169291522"/>
                    </a:ext>
                  </a:extLst>
                </a:gridCol>
              </a:tblGrid>
              <a:tr h="462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Bahnschrift" panose="020B0502040204020203" pitchFamily="34" charset="0"/>
                        </a:rPr>
                        <a:t>Tool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Bahnschrift" panose="020B0502040204020203" pitchFamily="34" charset="0"/>
                        </a:rPr>
                        <a:t>Best use in practice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Bahnschrift" panose="020B0502040204020203" pitchFamily="34" charset="0"/>
                        </a:rPr>
                        <a:t>Coding power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Bahnschrift" panose="020B0502040204020203" pitchFamily="34" charset="0"/>
                        </a:rPr>
                        <a:t>Main strength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Bahnschrift" panose="020B0502040204020203" pitchFamily="34" charset="0"/>
                        </a:rPr>
                        <a:t>Main limitation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Bahnschrift" panose="020B0502040204020203" pitchFamily="34" charset="0"/>
                        </a:rPr>
                        <a:t>Use case</a:t>
                      </a:r>
                    </a:p>
                  </a:txBody>
                  <a:tcPr marL="62649" marR="62649" marT="31324" marB="31324" anchor="ctr"/>
                </a:tc>
                <a:extLst>
                  <a:ext uri="{0D108BD9-81ED-4DB2-BD59-A6C34878D82A}">
                    <a16:rowId xmlns:a16="http://schemas.microsoft.com/office/drawing/2014/main" val="152929579"/>
                  </a:ext>
                </a:extLst>
              </a:tr>
              <a:tr h="1789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 err="1">
                          <a:latin typeface="Bahnschrift" panose="020B0502040204020203" pitchFamily="34" charset="0"/>
                        </a:rPr>
                        <a:t>GeoPandas</a:t>
                      </a:r>
                      <a:r>
                        <a:rPr lang="en-GB" sz="2000" b="1" dirty="0">
                          <a:latin typeface="Bahnschrift" panose="020B0502040204020203" pitchFamily="34" charset="0"/>
                        </a:rPr>
                        <a:t> + Folium</a:t>
                      </a:r>
                      <a:endParaRPr lang="en-GB" sz="2000" dirty="0">
                        <a:latin typeface="Bahnschrift" panose="020B0502040204020203" pitchFamily="34" charset="0"/>
                      </a:endParaRP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latin typeface="Bahnschrift" panose="020B0502040204020203" pitchFamily="34" charset="0"/>
                        </a:rPr>
                        <a:t>Quick interactive maps to share in notebooks or HTML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>
                          <a:latin typeface="Bahnschrift" panose="020B0502040204020203" pitchFamily="34" charset="0"/>
                        </a:rPr>
                        <a:t>High for map personalisation</a:t>
                      </a:r>
                      <a:endParaRPr lang="en-GB" sz="2000">
                        <a:latin typeface="Bahnschrift" panose="020B0502040204020203" pitchFamily="34" charset="0"/>
                      </a:endParaRP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latin typeface="Bahnschrift" panose="020B0502040204020203" pitchFamily="34" charset="0"/>
                        </a:rPr>
                        <a:t>Easy control of tiles, popups, tooltips, choropleths, GeoJSON styling, layer controls, plugins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latin typeface="Bahnschrift" panose="020B0502040204020203" pitchFamily="34" charset="0"/>
                        </a:rPr>
                        <a:t>Less suitable for very large or visually complex analytical displays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latin typeface="Bahnschrift" panose="020B0502040204020203" pitchFamily="34" charset="0"/>
                        </a:rPr>
                        <a:t>Census map, accessibility map, OD points with popups, interactive coursework deliverable</a:t>
                      </a:r>
                    </a:p>
                  </a:txBody>
                  <a:tcPr marL="62649" marR="62649" marT="31324" marB="31324" anchor="ctr"/>
                </a:tc>
                <a:extLst>
                  <a:ext uri="{0D108BD9-81ED-4DB2-BD59-A6C34878D82A}">
                    <a16:rowId xmlns:a16="http://schemas.microsoft.com/office/drawing/2014/main" val="3079511765"/>
                  </a:ext>
                </a:extLst>
              </a:tr>
              <a:tr h="2453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>
                          <a:latin typeface="Bahnschrift" panose="020B0502040204020203" pitchFamily="34" charset="0"/>
                        </a:rPr>
                        <a:t>GeoViews</a:t>
                      </a:r>
                      <a:endParaRPr lang="en-GB" sz="2000">
                        <a:latin typeface="Bahnschrift" panose="020B0502040204020203" pitchFamily="34" charset="0"/>
                      </a:endParaRP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latin typeface="Bahnschrift" panose="020B0502040204020203" pitchFamily="34" charset="0"/>
                        </a:rPr>
                        <a:t>Exploratory analysis when the data have extra dimensions beyond just geometry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>
                          <a:latin typeface="Bahnschrift" panose="020B0502040204020203" pitchFamily="34" charset="0"/>
                        </a:rPr>
                        <a:t>High for exploratory plotting</a:t>
                      </a:r>
                      <a:endParaRPr lang="en-GB" sz="2000">
                        <a:latin typeface="Bahnschrift" panose="020B0502040204020203" pitchFamily="34" charset="0"/>
                      </a:endParaRP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latin typeface="Bahnschrift" panose="020B0502040204020203" pitchFamily="34" charset="0"/>
                        </a:rPr>
                        <a:t>Strong when combining map layers with dimensions such</a:t>
                      </a:r>
                      <a:r>
                        <a:rPr lang="en-GB" sz="2000" b="0" dirty="0">
                          <a:latin typeface="Bahnschrift" panose="020B0502040204020203" pitchFamily="34" charset="0"/>
                        </a:rPr>
                        <a:t> as time, variable, band, ensemble</a:t>
                      </a:r>
                      <a:r>
                        <a:rPr lang="en-GB" sz="2000" dirty="0">
                          <a:latin typeface="Bahnschrift" panose="020B0502040204020203" pitchFamily="34" charset="0"/>
                        </a:rPr>
                        <a:t>, and when projection matters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latin typeface="Bahnschrift" panose="020B0502040204020203" pitchFamily="34" charset="0"/>
                        </a:rPr>
                        <a:t>More overhead than Folium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latin typeface="Bahnschrift" panose="020B0502040204020203" pitchFamily="34" charset="0"/>
                        </a:rPr>
                        <a:t>Climate/environmental raster + boundaries + stations; time-varying spatial analysis in notebooks</a:t>
                      </a:r>
                    </a:p>
                  </a:txBody>
                  <a:tcPr marL="62649" marR="62649" marT="31324" marB="31324" anchor="ctr"/>
                </a:tc>
                <a:extLst>
                  <a:ext uri="{0D108BD9-81ED-4DB2-BD59-A6C34878D82A}">
                    <a16:rowId xmlns:a16="http://schemas.microsoft.com/office/drawing/2014/main" val="4251452689"/>
                  </a:ext>
                </a:extLst>
              </a:tr>
              <a:tr h="1789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>
                          <a:latin typeface="Bahnschrift" panose="020B0502040204020203" pitchFamily="34" charset="0"/>
                        </a:rPr>
                        <a:t>pydeck</a:t>
                      </a:r>
                      <a:endParaRPr lang="en-GB" sz="2000">
                        <a:latin typeface="Bahnschrift" panose="020B0502040204020203" pitchFamily="34" charset="0"/>
                      </a:endParaRP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latin typeface="Bahnschrift" panose="020B0502040204020203" pitchFamily="34" charset="0"/>
                        </a:rPr>
                        <a:t>High-performance visualisation of large point, path and flow datasets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  <a:sym typeface="Helvetica Light"/>
                        </a:rPr>
                        <a:t>High for large spatial datasets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latin typeface="Bahnschrift" panose="020B0502040204020203" pitchFamily="34" charset="0"/>
                        </a:rPr>
                        <a:t>Rich layer catalog and strong rendering for dense data, trajectories, arcs, columns, hexagons, trips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latin typeface="Bahnschrift" panose="020B0502040204020203" pitchFamily="34" charset="0"/>
                        </a:rPr>
                        <a:t>Less convenient than Folium for classic interactive maps</a:t>
                      </a:r>
                    </a:p>
                  </a:txBody>
                  <a:tcPr marL="62649" marR="62649" marT="31324" marB="313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latin typeface="Bahnschrift" panose="020B0502040204020203" pitchFamily="34" charset="0"/>
                        </a:rPr>
                        <a:t>GPS traces, OD flows, large point clouds, mobility dashboards</a:t>
                      </a:r>
                    </a:p>
                  </a:txBody>
                  <a:tcPr marL="62649" marR="62649" marT="31324" marB="31324" anchor="ctr"/>
                </a:tc>
                <a:extLst>
                  <a:ext uri="{0D108BD9-81ED-4DB2-BD59-A6C34878D82A}">
                    <a16:rowId xmlns:a16="http://schemas.microsoft.com/office/drawing/2014/main" val="1110855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64834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F2D40A3A1C8642988A651B1ED39623" ma:contentTypeVersion="16" ma:contentTypeDescription="Create a new document." ma:contentTypeScope="" ma:versionID="4ce34b00d6c3aff9017019a844aaf3f3">
  <xsd:schema xmlns:xsd="http://www.w3.org/2001/XMLSchema" xmlns:xs="http://www.w3.org/2001/XMLSchema" xmlns:p="http://schemas.microsoft.com/office/2006/metadata/properties" xmlns:ns3="5acde16a-ba3e-47db-ada8-7cd7fdb7807b" xmlns:ns4="4d9e80ff-905f-4833-945e-5794c4d26dd9" targetNamespace="http://schemas.microsoft.com/office/2006/metadata/properties" ma:root="true" ma:fieldsID="e58f5e8b2bace791df80eb2757c3951d" ns3:_="" ns4:_="">
    <xsd:import namespace="5acde16a-ba3e-47db-ada8-7cd7fdb7807b"/>
    <xsd:import namespace="4d9e80ff-905f-4833-945e-5794c4d26d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cde16a-ba3e-47db-ada8-7cd7fdb780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9e80ff-905f-4833-945e-5794c4d26dd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acde16a-ba3e-47db-ada8-7cd7fdb7807b" xsi:nil="true"/>
  </documentManagement>
</p:properties>
</file>

<file path=customXml/itemProps1.xml><?xml version="1.0" encoding="utf-8"?>
<ds:datastoreItem xmlns:ds="http://schemas.openxmlformats.org/officeDocument/2006/customXml" ds:itemID="{5E2D202A-CE11-4B7B-AFDF-2EA51FB098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cde16a-ba3e-47db-ada8-7cd7fdb7807b"/>
    <ds:schemaRef ds:uri="4d9e80ff-905f-4833-945e-5794c4d26d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6DD498-36E4-439C-8C75-21144F194D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998EC9-4BDB-4E3F-B5B2-2E4E6C7D3227}">
  <ds:schemaRefs>
    <ds:schemaRef ds:uri="http://purl.org/dc/elements/1.1/"/>
    <ds:schemaRef ds:uri="http://schemas.microsoft.com/office/infopath/2007/PartnerControls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4d9e80ff-905f-4833-945e-5794c4d26dd9"/>
    <ds:schemaRef ds:uri="5acde16a-ba3e-47db-ada8-7cd7fdb7807b"/>
  </ds:schemaRefs>
</ds:datastoreItem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5632</TotalTime>
  <Words>433</Words>
  <Application>Microsoft Office PowerPoint</Application>
  <PresentationFormat>Custom</PresentationFormat>
  <Paragraphs>53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MT</vt:lpstr>
      <vt:lpstr>Bahnschrift</vt:lpstr>
      <vt:lpstr>Bahnschrift Light</vt:lpstr>
      <vt:lpstr>Calibri</vt:lpstr>
      <vt:lpstr>Helvetica Neue</vt:lpstr>
      <vt:lpstr>White</vt:lpstr>
      <vt:lpstr>Advanced tools and Assignment II  ENVS456 – week 9 Gabriele Filomena</vt:lpstr>
      <vt:lpstr>Reflections on Assignment I </vt:lpstr>
      <vt:lpstr>Towards Assignment II </vt:lpstr>
      <vt:lpstr>PowerPoint Presentation</vt:lpstr>
      <vt:lpstr>Urban Mobility Analysis </vt:lpstr>
      <vt:lpstr>Other tools</vt:lpstr>
      <vt:lpstr>PowerPoint Presentation</vt:lpstr>
      <vt:lpstr>GeoViews</vt:lpstr>
      <vt:lpstr>pydeck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Visualisation</dc:title>
  <dc:creator>Filomena, Gabriele</dc:creator>
  <cp:lastModifiedBy>Filomena, Gabriele</cp:lastModifiedBy>
  <cp:revision>94</cp:revision>
  <dcterms:modified xsi:type="dcterms:W3CDTF">2026-04-13T11:47:04Z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0x010100EDF2D40A3A1C8642988A651B1ED39623</vt:lpwstr>
  </property>
</Properties>
</file>